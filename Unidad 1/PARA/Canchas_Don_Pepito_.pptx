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87152d110f41e4" /><Relationship Type="http://schemas.openxmlformats.org/officeDocument/2006/relationships/extended-properties" Target="/docProps/app.xml" Id="Rdfb39d230a0b47f7" /><Relationship Type="http://schemas.openxmlformats.org/officeDocument/2006/relationships/officeDocument" Target="/ppt/presentation.xml" Id="R7f473f70d24246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6f051c22d84e5c"/>
  </p:sldMasterIdLst>
  <p:notesMasterIdLst>
    <p:notesMasterId xmlns:r="http://schemas.openxmlformats.org/officeDocument/2006/relationships" r:id="R296fdc5b9c42486a"/>
  </p:notesMasterIdLst>
  <p:sldIdLst>
    <p:sldId xmlns:r="http://schemas.openxmlformats.org/officeDocument/2006/relationships" id="256" r:id="Rbc4c3e4fdeed4d9d"/>
    <p:sldId xmlns:r="http://schemas.openxmlformats.org/officeDocument/2006/relationships" id="257" r:id="R7773d0658802471b"/>
    <p:sldId xmlns:r="http://schemas.openxmlformats.org/officeDocument/2006/relationships" id="258" r:id="R45baa3f6eedc4c1d"/>
    <p:sldId xmlns:r="http://schemas.openxmlformats.org/officeDocument/2006/relationships" id="259" r:id="R5ebee9fd6da1477f"/>
    <p:sldId xmlns:r="http://schemas.openxmlformats.org/officeDocument/2006/relationships" id="260" r:id="Re634dc3b75714125"/>
    <p:sldId xmlns:r="http://schemas.openxmlformats.org/officeDocument/2006/relationships" id="261" r:id="R8df3966f25444b6c"/>
    <p:sldId xmlns:r="http://schemas.openxmlformats.org/officeDocument/2006/relationships" id="262" r:id="R3f7c8258efa44023"/>
    <p:sldId xmlns:r="http://schemas.openxmlformats.org/officeDocument/2006/relationships" id="263" r:id="R6fb5fb2a9ded4745"/>
    <p:sldId xmlns:r="http://schemas.openxmlformats.org/officeDocument/2006/relationships" id="264" r:id="R9448eebae49d4f53"/>
    <p:sldId xmlns:r="http://schemas.openxmlformats.org/officeDocument/2006/relationships" id="265" r:id="R28079db361c94d7f"/>
    <p:sldId xmlns:r="http://schemas.openxmlformats.org/officeDocument/2006/relationships" id="266" r:id="Rdd30f5f435ca429d"/>
    <p:sldId xmlns:r="http://schemas.openxmlformats.org/officeDocument/2006/relationships" id="267" r:id="R8f753464703246fb"/>
    <p:sldId xmlns:r="http://schemas.openxmlformats.org/officeDocument/2006/relationships" id="268" r:id="R61f9f70d293d44ad"/>
    <p:sldId xmlns:r="http://schemas.openxmlformats.org/officeDocument/2006/relationships" id="269" r:id="R02685061a2454317"/>
    <p:sldId xmlns:r="http://schemas.openxmlformats.org/officeDocument/2006/relationships" id="270" r:id="R03ee827c80bc4e42"/>
    <p:sldId xmlns:r="http://schemas.openxmlformats.org/officeDocument/2006/relationships" id="271" r:id="Rad5299daec43496a"/>
    <p:sldId xmlns:r="http://schemas.openxmlformats.org/officeDocument/2006/relationships" id="272" r:id="Rbb33c75f6ae546b5"/>
    <p:sldId xmlns:r="http://schemas.openxmlformats.org/officeDocument/2006/relationships" id="273" r:id="Rcff45a4a4de5459b"/>
    <p:sldId xmlns:r="http://schemas.openxmlformats.org/officeDocument/2006/relationships" id="274" r:id="Rf07dda8e79eb4d91"/>
    <p:sldId xmlns:r="http://schemas.openxmlformats.org/officeDocument/2006/relationships" id="275" r:id="Rdcd6a91bfe944b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76152bba064a48" /><Relationship Type="http://schemas.openxmlformats.org/officeDocument/2006/relationships/slideMaster" Target="/ppt/slideMasters/slideMaster1.xml" Id="R386f051c22d84e5c" /><Relationship Type="http://schemas.openxmlformats.org/officeDocument/2006/relationships/notesMaster" Target="/ppt/notesMasters/notesMaster1.xml" Id="R296fdc5b9c42486a" /><Relationship Type="http://schemas.openxmlformats.org/officeDocument/2006/relationships/presProps" Target="/ppt/presProps.xml" Id="R9ca17812cccc468a" /><Relationship Type="http://schemas.openxmlformats.org/officeDocument/2006/relationships/tableStyles" Target="/ppt/tableStyles.xml" Id="Re1d106aff1cc4cfd" /><Relationship Type="http://schemas.openxmlformats.org/officeDocument/2006/relationships/slide" Target="/ppt/slides/slide1.xml" Id="Rbc4c3e4fdeed4d9d" /><Relationship Type="http://schemas.openxmlformats.org/officeDocument/2006/relationships/slide" Target="/ppt/slides/slide2.xml" Id="R7773d0658802471b" /><Relationship Type="http://schemas.openxmlformats.org/officeDocument/2006/relationships/slide" Target="/ppt/slides/slide3.xml" Id="R45baa3f6eedc4c1d" /><Relationship Type="http://schemas.openxmlformats.org/officeDocument/2006/relationships/slide" Target="/ppt/slides/slide4.xml" Id="R5ebee9fd6da1477f" /><Relationship Type="http://schemas.openxmlformats.org/officeDocument/2006/relationships/slide" Target="/ppt/slides/slide5.xml" Id="Re634dc3b75714125" /><Relationship Type="http://schemas.openxmlformats.org/officeDocument/2006/relationships/slide" Target="/ppt/slides/slide6.xml" Id="R8df3966f25444b6c" /><Relationship Type="http://schemas.openxmlformats.org/officeDocument/2006/relationships/slide" Target="/ppt/slides/slide7.xml" Id="R3f7c8258efa44023" /><Relationship Type="http://schemas.openxmlformats.org/officeDocument/2006/relationships/slide" Target="/ppt/slides/slide8.xml" Id="R6fb5fb2a9ded4745" /><Relationship Type="http://schemas.openxmlformats.org/officeDocument/2006/relationships/slide" Target="/ppt/slides/slide9.xml" Id="R9448eebae49d4f53" /><Relationship Type="http://schemas.openxmlformats.org/officeDocument/2006/relationships/slide" Target="/ppt/slides/slide10.xml" Id="R28079db361c94d7f" /><Relationship Type="http://schemas.openxmlformats.org/officeDocument/2006/relationships/slide" Target="/ppt/slides/slide11.xml" Id="Rdd30f5f435ca429d" /><Relationship Type="http://schemas.openxmlformats.org/officeDocument/2006/relationships/slide" Target="/ppt/slides/slide12.xml" Id="R8f753464703246fb" /><Relationship Type="http://schemas.openxmlformats.org/officeDocument/2006/relationships/slide" Target="/ppt/slides/slide13.xml" Id="R61f9f70d293d44ad" /><Relationship Type="http://schemas.openxmlformats.org/officeDocument/2006/relationships/slide" Target="/ppt/slides/slide14.xml" Id="R02685061a2454317" /><Relationship Type="http://schemas.openxmlformats.org/officeDocument/2006/relationships/slide" Target="/ppt/slides/slide15.xml" Id="R03ee827c80bc4e42" /><Relationship Type="http://schemas.openxmlformats.org/officeDocument/2006/relationships/slide" Target="/ppt/slides/slide16.xml" Id="Rad5299daec43496a" /><Relationship Type="http://schemas.openxmlformats.org/officeDocument/2006/relationships/slide" Target="/ppt/slides/slide17.xml" Id="Rbb33c75f6ae546b5" /><Relationship Type="http://schemas.openxmlformats.org/officeDocument/2006/relationships/slide" Target="/ppt/slides/slide18.xml" Id="Rcff45a4a4de5459b" /><Relationship Type="http://schemas.openxmlformats.org/officeDocument/2006/relationships/slide" Target="/ppt/slides/slide19.xml" Id="Rf07dda8e79eb4d91" /><Relationship Type="http://schemas.openxmlformats.org/officeDocument/2006/relationships/slide" Target="/ppt/slides/slide20.xml" Id="Rdcd6a91bfe944b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57c3853ceb4d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461d6a37da4d04" /><Relationship Type="http://schemas.openxmlformats.org/officeDocument/2006/relationships/notesMaster" Target="/ppt/notesMasters/notesMaster1.xml" Id="R9297ebfabfda45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41a2142ce34b37" /><Relationship Type="http://schemas.openxmlformats.org/officeDocument/2006/relationships/notesMaster" Target="/ppt/notesMasters/notesMaster1.xml" Id="R94910cc4a3904a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d80e4f18a94329" /><Relationship Type="http://schemas.openxmlformats.org/officeDocument/2006/relationships/notesMaster" Target="/ppt/notesMasters/notesMaster1.xml" Id="R425b68358ab745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6ebbbd82914c20" /><Relationship Type="http://schemas.openxmlformats.org/officeDocument/2006/relationships/notesMaster" Target="/ppt/notesMasters/notesMaster1.xml" Id="R1782e07eeb8846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80ed8915414219" /><Relationship Type="http://schemas.openxmlformats.org/officeDocument/2006/relationships/notesMaster" Target="/ppt/notesMasters/notesMaster1.xml" Id="R15417bcf144f45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bcecbf48464267" /><Relationship Type="http://schemas.openxmlformats.org/officeDocument/2006/relationships/notesMaster" Target="/ppt/notesMasters/notesMaster1.xml" Id="R682d2d08d85349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8032607bf04e31" /><Relationship Type="http://schemas.openxmlformats.org/officeDocument/2006/relationships/notesMaster" Target="/ppt/notesMasters/notesMaster1.xml" Id="R897b18cfb49e45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2d7a9bca864421" /><Relationship Type="http://schemas.openxmlformats.org/officeDocument/2006/relationships/notesMaster" Target="/ppt/notesMasters/notesMaster1.xml" Id="R629dfa1065c240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55b1cb137f432f" /><Relationship Type="http://schemas.openxmlformats.org/officeDocument/2006/relationships/notesMaster" Target="/ppt/notesMasters/notesMaster1.xml" Id="Rc77ca6f9e1d341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06fe10247e4a57" /><Relationship Type="http://schemas.openxmlformats.org/officeDocument/2006/relationships/notesMaster" Target="/ppt/notesMasters/notesMaster1.xml" Id="R0fc610aab79243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e7264912744530" /><Relationship Type="http://schemas.openxmlformats.org/officeDocument/2006/relationships/notesMaster" Target="/ppt/notesMasters/notesMaster1.xml" Id="Red627fc3f78c43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042c09ed364368" /><Relationship Type="http://schemas.openxmlformats.org/officeDocument/2006/relationships/notesMaster" Target="/ppt/notesMasters/notesMaster1.xml" Id="Rb43c582d976c4a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d1b1e165d245e7" /><Relationship Type="http://schemas.openxmlformats.org/officeDocument/2006/relationships/notesMaster" Target="/ppt/notesMasters/notesMaster1.xml" Id="R58f9da36463143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4e4dbc7bc849c6" /><Relationship Type="http://schemas.openxmlformats.org/officeDocument/2006/relationships/notesMaster" Target="/ppt/notesMasters/notesMaster1.xml" Id="Rd582e8786ae04e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c5d06254fa4492" /><Relationship Type="http://schemas.openxmlformats.org/officeDocument/2006/relationships/notesMaster" Target="/ppt/notesMasters/notesMaster1.xml" Id="R27b88306dc2647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7b2c157cc94ac6" /><Relationship Type="http://schemas.openxmlformats.org/officeDocument/2006/relationships/notesMaster" Target="/ppt/notesMasters/notesMaster1.xml" Id="R12b8277b063742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4965f1fca746f0" /><Relationship Type="http://schemas.openxmlformats.org/officeDocument/2006/relationships/notesMaster" Target="/ppt/notesMasters/notesMaster1.xml" Id="R0e77542796bb44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9b528ca375c4ed0" /><Relationship Type="http://schemas.openxmlformats.org/officeDocument/2006/relationships/notesMaster" Target="/ppt/notesMasters/notesMaster1.xml" Id="Rb7034f8227f24e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77f9d72a4ed41d5" /><Relationship Type="http://schemas.openxmlformats.org/officeDocument/2006/relationships/notesMaster" Target="/ppt/notesMasters/notesMaster1.xml" Id="R873547feab894b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4d1879c5cf43c1" /><Relationship Type="http://schemas.openxmlformats.org/officeDocument/2006/relationships/notesMaster" Target="/ppt/notesMasters/notesMaster1.xml" Id="R90b913eae40b43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  <a:p xmlns:a="http://schemas.openxmlformats.org/drawingml/2006/main">
            <a:r>
              <a:t>El alcance actual es análisis y diseño. La implementación futura utilizará la base documentada.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  <a:p xmlns:a="http://schemas.openxmlformats.org/drawingml/2006/main">
            <a:r>
              <a:t>Abrir el espacio actualizado en Notion: https://app.notion.com/p/PROYECTOS-0147666719504371aace7e8df15d1d51?t=40877893234e80418d4b00a9dedbe7e6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  <a:p xmlns:a="http://schemas.openxmlformats.org/drawingml/2006/main">
            <a:r>
              <a:t>El texto actualizado mantiene a Deivis Q., Gabriel C. y Victoria D. como responsables de la primera actividad. Confirmar esa asignación con el equipo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  <a:p xmlns:a="http://schemas.openxmlformats.org/drawingml/2006/main">
            <a:r>
              <a:t>Abrir NotebookLM: Diseño: https://notebook.google.com/notebook/9969c723-420b-440e-a0e2-dfb2e1096457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  <a:p xmlns:a="http://schemas.openxmlformats.org/drawingml/2006/main">
            <a:r>
              <a:t>Abrir NotebookLM: Análisis: https://notebook.google.com/notebook/fce82eef-b846-4fe4-8b97-962ab2f38d1c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  <a:p xmlns:a="http://schemas.openxmlformats.org/drawingml/2006/main">
            <a:r>
              <a:t>Abrir el tutor académico / agente SCRUM: https://share.gemini.google/EN0VhpirB97e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  <a:p xmlns:a="http://schemas.openxmlformats.org/drawingml/2006/main">
            <a:r>
              <a:t>Abrir la ruleta gamificada: https://share.gemini.google/rOh6ngZxY9Rp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  <a:p xmlns:a="http://schemas.openxmlformats.org/drawingml/2006/main">
            <a:r>
              <a:t>Abrir la conversación y el recurso en Gemini: https://share.gemini.google/rOh6ngZxY9Rp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  <a:p xmlns:a="http://schemas.openxmlformats.org/drawingml/2006/main">
            <a:r>
              <a:t>Abrir el prototipo de Canchas Don Pepito: https://canchas-donpepito.vercel.app/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  <a:p xmlns:a="http://schemas.openxmlformats.org/drawingml/2006/main">
            <a:r>
              <a:t>Abrir assets y logo en Google Drive: https://drive.google.com/drive/folders/18jjcUSBkZ41RtPgswShYJkerh7th2AsP?usp=drive_link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  <a:p xmlns:a="http://schemas.openxmlformats.org/drawingml/2006/main">
            <a:r>
              <a:t>NotebookLM · Diseño: https://notebook.google.com/notebook/9969c723-420b-440e-a0e2-dfb2e1096457</a:t>
            </a:r>
          </a:p>
          <a:p xmlns:a="http://schemas.openxmlformats.org/drawingml/2006/main">
            <a:r>
              <a:t>NotebookLM · Análisis: https://notebook.google.com/notebook/fce82eef-b846-4fe4-8b97-962ab2f38d1c</a:t>
            </a:r>
          </a:p>
          <a:p xmlns:a="http://schemas.openxmlformats.org/drawingml/2006/main">
            <a:r>
              <a:t>Gemini · Tutor académico / SCRUM: https://share.gemini.google/EN0VhpirB97e</a:t>
            </a:r>
          </a:p>
          <a:p xmlns:a="http://schemas.openxmlformats.org/drawingml/2006/main">
            <a:r>
              <a:t>Gemini · Ruleta de roles SCRUM: https://share.gemini.google/rOh6ngZxY9Rp</a:t>
            </a:r>
          </a:p>
          <a:p xmlns:a="http://schemas.openxmlformats.org/drawingml/2006/main">
            <a:r>
              <a:t>Vercel · Prototipo de usabilidad: https://canchas-donpepito.vercel.app/</a:t>
            </a:r>
          </a:p>
          <a:p xmlns:a="http://schemas.openxmlformats.org/drawingml/2006/main">
            <a:r>
              <a:t>Google Drive · Assets y logo: https://drive.google.com/drive/folders/18jjcUSBkZ41RtPgswShYJkerh7th2AsP?usp=drive_link</a:t>
            </a:r>
          </a:p>
          <a:p xmlns:a="http://schemas.openxmlformats.org/drawingml/2006/main">
            <a:r>
              <a:t>Notion · Espacio de trabajo actualizado: https://app.notion.com/p/PROYECTOS-0147666719504371aace7e8df15d1d51?t=40877893234e80418d4b00a9dedbe7e6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texto actualizado por el equipo el 29 de octubre de 2026. Capturas originales de PARA(1).docx.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42c1a59c648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e403cd5184e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39b7e11334e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6bec8d6804b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356e88c3542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7ee0be3e045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53EC2E-E39E-46B2-9A71-F4705CA95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10E5BB-049C-4124-83F1-57CB4A15ED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A90AE1-F3E6-4705-B9F7-D81D88AC7C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EDFC8C-CF5F-460B-A210-B4AC99894A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00A4F6-6932-4E5E-9D9C-A518775A2B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0DB25D-2EA6-462C-9C46-9BF605B3B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D96B5C-C9EC-44EA-AE2C-D745413056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B8EFAC-8F57-495F-B188-50D6DDA78D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9B5DBC-1120-440B-9843-9CB462729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8B8A69-C511-40EC-B9CD-E2E106B673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8679f46a6c4596" /><Relationship Type="http://schemas.openxmlformats.org/officeDocument/2006/relationships/slideLayout" Target="/ppt/slideLayouts/slideLayout1.xml" Id="R3b289ba3f9b44cee" /><Relationship Type="http://schemas.openxmlformats.org/officeDocument/2006/relationships/slideLayout" Target="/ppt/slideLayouts/slideLayout2.xml" Id="R0c181b05c94e4e32" /><Relationship Type="http://schemas.openxmlformats.org/officeDocument/2006/relationships/slideLayout" Target="/ppt/slideLayouts/slideLayout3.xml" Id="R63bb31f0fb944b5d" /><Relationship Type="http://schemas.openxmlformats.org/officeDocument/2006/relationships/slideLayout" Target="/ppt/slideLayouts/slideLayout4.xml" Id="Re2ef96f55d384cf3" /><Relationship Type="http://schemas.openxmlformats.org/officeDocument/2006/relationships/slideLayout" Target="/ppt/slideLayouts/slideLayout5.xml" Id="Rf9d4d4fbe23d4844" /><Relationship Type="http://schemas.openxmlformats.org/officeDocument/2006/relationships/slideLayout" Target="/ppt/slideLayouts/slideLayout6.xml" Id="R71e8ff08525849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289ba3f9b44cee"/>
    <p:sldLayoutId xmlns:r="http://schemas.openxmlformats.org/officeDocument/2006/relationships" id="2147483650" r:id="R0c181b05c94e4e32"/>
    <p:sldLayoutId xmlns:r="http://schemas.openxmlformats.org/officeDocument/2006/relationships" id="2147483651" r:id="R63bb31f0fb944b5d"/>
    <p:sldLayoutId xmlns:r="http://schemas.openxmlformats.org/officeDocument/2006/relationships" id="2147483652" r:id="Re2ef96f55d384cf3"/>
    <p:sldLayoutId xmlns:r="http://schemas.openxmlformats.org/officeDocument/2006/relationships" id="2147483653" r:id="Rf9d4d4fbe23d4844"/>
    <p:sldLayoutId xmlns:r="http://schemas.openxmlformats.org/officeDocument/2006/relationships" id="2147483654" r:id="R71e8ff08525849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0a84d09d144fa2" /><Relationship Type="http://schemas.openxmlformats.org/officeDocument/2006/relationships/image" Target="/ppt/media/image.jpeg" Id="Rb313b90296bb4fc3" /><Relationship Type="http://schemas.openxmlformats.org/officeDocument/2006/relationships/notesSlide" Target="/ppt/notesSlides/notesSlide1.xml" Id="R23a4e19f724a4a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7309d23434914" /><Relationship Type="http://schemas.openxmlformats.org/officeDocument/2006/relationships/notesSlide" Target="/ppt/notesSlides/notesSlide2.xml" Id="R90f0b94fda064b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928d6b41c4812" /><Relationship Type="http://schemas.openxmlformats.org/officeDocument/2006/relationships/notesSlide" Target="/ppt/notesSlides/notesSlide3.xml" Id="R233bd9cd7f1c4a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a0e630eb34054" /><Relationship Type="http://schemas.openxmlformats.org/officeDocument/2006/relationships/notesSlide" Target="/ppt/notesSlides/notesSlide4.xml" Id="R3e3996917f144e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a408829267406d" /><Relationship Type="http://schemas.openxmlformats.org/officeDocument/2006/relationships/notesSlide" Target="/ppt/notesSlides/notesSlide5.xml" Id="Rdbf76fef508646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8acbe682974a24" /><Relationship Type="http://schemas.openxmlformats.org/officeDocument/2006/relationships/notesSlide" Target="/ppt/notesSlides/notesSlide6.xml" Id="R241d17d7de0843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363f31d21f45c3" /><Relationship Type="http://schemas.openxmlformats.org/officeDocument/2006/relationships/notesSlide" Target="/ppt/notesSlides/notesSlide7.xml" Id="Rfaaecbf52b1947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3928e9f77492c" /><Relationship Type="http://schemas.openxmlformats.org/officeDocument/2006/relationships/notesSlide" Target="/ppt/notesSlides/notesSlide8.xml" Id="R010c2ecd14bf49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23aba06a64568" /><Relationship Type="http://schemas.openxmlformats.org/officeDocument/2006/relationships/image" Target="/ppt/media/image.png" Id="Red8d358fcd9a49f7" /><Relationship Type="http://schemas.openxmlformats.org/officeDocument/2006/relationships/hyperlink" Target="https://app.notion.com/p/PROYECTOS-0147666719504371aace7e8df15d1d51?t=40877893234e80418d4b00a9dedbe7e6" TargetMode="External" Id="Rdb59dc945cea431b" /><Relationship Type="http://schemas.openxmlformats.org/officeDocument/2006/relationships/notesSlide" Target="/ppt/notesSlides/notesSlide9.xml" Id="Rfdab49179ee24b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3ff29b0ba0496f" /><Relationship Type="http://schemas.openxmlformats.org/officeDocument/2006/relationships/notesSlide" Target="/ppt/notesSlides/notesSlide10.xml" Id="Rcc3cf43a85664f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0166a901d40cc" /><Relationship Type="http://schemas.openxmlformats.org/officeDocument/2006/relationships/notesSlide" Target="/ppt/notesSlides/notesSlide11.xml" Id="R18ae4d0a06a940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39d6a64254739" /><Relationship Type="http://schemas.openxmlformats.org/officeDocument/2006/relationships/image" Target="/ppt/media/image2.png" Id="Ra2c18965a4c94347" /><Relationship Type="http://schemas.openxmlformats.org/officeDocument/2006/relationships/hyperlink" Target="https://notebook.google.com/notebook/9969c723-420b-440e-a0e2-dfb2e1096457" TargetMode="External" Id="Raa7c87e71f0a4d54" /><Relationship Type="http://schemas.openxmlformats.org/officeDocument/2006/relationships/notesSlide" Target="/ppt/notesSlides/notesSlide12.xml" Id="R14239234c67f44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27b53050ad4d3c" /><Relationship Type="http://schemas.openxmlformats.org/officeDocument/2006/relationships/image" Target="/ppt/media/image3.png" Id="Red80c6d0004340d4" /><Relationship Type="http://schemas.openxmlformats.org/officeDocument/2006/relationships/hyperlink" Target="https://notebook.google.com/notebook/fce82eef-b846-4fe4-8b97-962ab2f38d1c" TargetMode="External" Id="R83186b4b957244f8" /><Relationship Type="http://schemas.openxmlformats.org/officeDocument/2006/relationships/notesSlide" Target="/ppt/notesSlides/notesSlide13.xml" Id="Re3b655bd52714b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0c6866c0e746b0" /><Relationship Type="http://schemas.openxmlformats.org/officeDocument/2006/relationships/image" Target="/ppt/media/image4.png" Id="R1716af31ca934378" /><Relationship Type="http://schemas.openxmlformats.org/officeDocument/2006/relationships/hyperlink" Target="https://share.gemini.google/EN0VhpirB97e" TargetMode="External" Id="R6a73242956c844ce" /><Relationship Type="http://schemas.openxmlformats.org/officeDocument/2006/relationships/notesSlide" Target="/ppt/notesSlides/notesSlide14.xml" Id="R8e0f38e939cd4a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b50d69bf648c4" /><Relationship Type="http://schemas.openxmlformats.org/officeDocument/2006/relationships/image" Target="/ppt/media/image5.png" Id="R2876f218bccb4433" /><Relationship Type="http://schemas.openxmlformats.org/officeDocument/2006/relationships/hyperlink" Target="https://share.gemini.google/rOh6ngZxY9Rp" TargetMode="External" Id="R9350489c9ae143e3" /><Relationship Type="http://schemas.openxmlformats.org/officeDocument/2006/relationships/notesSlide" Target="/ppt/notesSlides/notesSlide15.xml" Id="R58041c2cf03c45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e025d8b8b400e" /><Relationship Type="http://schemas.openxmlformats.org/officeDocument/2006/relationships/image" Target="/ppt/media/image6.png" Id="R49e42c575cc24d8c" /><Relationship Type="http://schemas.openxmlformats.org/officeDocument/2006/relationships/hyperlink" Target="https://share.gemini.google/rOh6ngZxY9Rp" TargetMode="External" Id="R23c9c0988e234c98" /><Relationship Type="http://schemas.openxmlformats.org/officeDocument/2006/relationships/notesSlide" Target="/ppt/notesSlides/notesSlide16.xml" Id="R0460d7919cea47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c43386e674366" /><Relationship Type="http://schemas.openxmlformats.org/officeDocument/2006/relationships/image" Target="/ppt/media/image7.png" Id="R11600d8baa3644d8" /><Relationship Type="http://schemas.openxmlformats.org/officeDocument/2006/relationships/hyperlink" Target="https://canchas-donpepito.vercel.app/" TargetMode="External" Id="Rc004ef63d5e043fc" /><Relationship Type="http://schemas.openxmlformats.org/officeDocument/2006/relationships/notesSlide" Target="/ppt/notesSlides/notesSlide17.xml" Id="R871a8bfbd2a647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feaff5edb4aec" /><Relationship Type="http://schemas.openxmlformats.org/officeDocument/2006/relationships/image" Target="/ppt/media/image2.jpeg" Id="R055011193b2b4e6b" /><Relationship Type="http://schemas.openxmlformats.org/officeDocument/2006/relationships/hyperlink" Target="https://drive.google.com/drive/folders/18jjcUSBkZ41RtPgswShYJkerh7th2AsP?usp=drive_link" TargetMode="External" Id="R03ea38f6b00a44cd" /><Relationship Type="http://schemas.openxmlformats.org/officeDocument/2006/relationships/notesSlide" Target="/ppt/notesSlides/notesSlide18.xml" Id="R2f6b26b79d494a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c7e07c0c34421c" /><Relationship Type="http://schemas.openxmlformats.org/officeDocument/2006/relationships/hyperlink" Target="https://notebook.google.com/notebook/9969c723-420b-440e-a0e2-dfb2e1096457" TargetMode="External" Id="Rc56bdf7baae64e66" /><Relationship Type="http://schemas.openxmlformats.org/officeDocument/2006/relationships/hyperlink" Target="https://notebook.google.com/notebook/fce82eef-b846-4fe4-8b97-962ab2f38d1c" TargetMode="External" Id="R8b91489998194f00" /><Relationship Type="http://schemas.openxmlformats.org/officeDocument/2006/relationships/hyperlink" Target="https://share.gemini.google/EN0VhpirB97e" TargetMode="External" Id="R0b093239ce564852" /><Relationship Type="http://schemas.openxmlformats.org/officeDocument/2006/relationships/hyperlink" Target="https://share.gemini.google/rOh6ngZxY9Rp" TargetMode="External" Id="Rff5d522ca5eb48a4" /><Relationship Type="http://schemas.openxmlformats.org/officeDocument/2006/relationships/hyperlink" Target="https://canchas-donpepito.vercel.app/" TargetMode="External" Id="R81ae542102144243" /><Relationship Type="http://schemas.openxmlformats.org/officeDocument/2006/relationships/hyperlink" Target="https://drive.google.com/drive/folders/18jjcUSBkZ41RtPgswShYJkerh7th2AsP?usp=drive_link" TargetMode="External" Id="Rc1c8455f00674da0" /><Relationship Type="http://schemas.openxmlformats.org/officeDocument/2006/relationships/hyperlink" Target="https://app.notion.com/p/PROYECTOS-0147666719504371aace7e8df15d1d51?t=40877893234e80418d4b00a9dedbe7e6" TargetMode="External" Id="R798c7712177043f7" /><Relationship Type="http://schemas.openxmlformats.org/officeDocument/2006/relationships/notesSlide" Target="/ppt/notesSlides/notesSlide19.xml" Id="R125f250f518e4b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d6007b05c42cf" /><Relationship Type="http://schemas.openxmlformats.org/officeDocument/2006/relationships/notesSlide" Target="/ppt/notesSlides/notesSlide20.xml" Id="R73d60baaf6244b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F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EC082-7ADD-4E8E-9D06-ED54AEA6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A4C6C-4D6F-4496-AC12-1A8077CB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C48D8-C5ED-4B39-8EAD-E5033197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BFE6D2"/>
                </a:solidFill>
                <a:latin typeface="DejaVu Sans"/>
                <a:ea typeface="DejaVu Sans"/>
                <a:cs typeface="DejaVu Sans"/>
              </a:rPr>
              <a:t>ANÁLISIS Y DISEÑO DE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0369D-B555-4C9B-8F5D-DCBBEED5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429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Canchas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Don Pepito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E1D30-0EDC-4056-840F-F203B3E5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rPr>
              <a:t>Sistema de Pedidos y Reservas (SPR)</a:t>
            </a:r>
          </a:p>
          <a:p xmlns:a="http://schemas.openxmlformats.org/drawingml/2006/main">
            <a:pPr>
              <a:def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3EEE6"/>
                </a:solidFill>
                <a:latin typeface="DejaVu Sans"/>
                <a:ea typeface="DejaVu Sans"/>
                <a:cs typeface="DejaVu Sans"/>
              </a:rPr>
              <a:t>con módulo de Gestión de Ingresos (GI)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770A1-CD28-432F-8A05-B6F05C0A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rPr>
              <a:t>Grupo #7     NRC 36839</a:t>
            </a:r>
          </a:p>
          <a:p xmlns:a="http://schemas.openxmlformats.org/drawingml/2006/main">
            <a:pPr>
              <a:def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FE6D2"/>
                </a:solidFill>
                <a:latin typeface="DejaVu Sans"/>
                <a:ea typeface="DejaVu Sans"/>
                <a:cs typeface="DejaVu Sans"/>
              </a:rPr>
              <a:t>29 de octubre de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A3EDD-CCCA-4EF6-A919-9C4DB2D908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3b90296bb4fc3"/>
          <a:stretch xmlns:a="http://schemas.openxmlformats.org/drawingml/2006/main"/>
        </p:blipFill>
        <p:spPr>
          <a:xfrm xmlns:a="http://schemas.openxmlformats.org/drawingml/2006/main">
            <a:off x="8477250" y="2047875"/>
            <a:ext cx="2952750" cy="295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4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EF9EC-8259-4296-97CA-85C217E6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Equipo y datos académicos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57AF9-A128-4002-B674-5EBF6687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0FE18-A832-4B0D-93F8-F7CAE71B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Asignatura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86FCA-E950-4EA6-86B9-921AB9D3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Análisis y Diseño de Software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3D887-6792-4330-910D-FD9158EF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Docente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7A5C1-D2D2-4D47-BA53-9124647E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Ing. Jenny Ruiz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65BDE-353F-4023-A436-C55A1750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GRUPO #7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638A3-680B-46B1-81D6-FB422432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8125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Bryan Rosero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Benjamín Robalino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Victoria Díaz</a:t>
            </a:r>
          </a:p>
        </p:txBody>
      </p:sp>
    </p:spTree>
    <p:extLst>
      <p:ext uri="{BB962C8B-B14F-4D97-AF65-F5344CB8AC3E}">
        <p14:creationId xmlns:p14="http://schemas.microsoft.com/office/powerpoint/2010/main" val="1897957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7A9E2-BFBF-4E45-A82A-A1431708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El problema operativo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68044-84D4-462E-91AD-D50E74A3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EA87E-EFF4-4B43-B1AC-77D7CE1D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Pedidos desde las gradas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394C4-70FE-40E5-952D-A646D77C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Pedidos a gritos y dificultades para identificar la ubicación de entrega.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78678-DC1E-4588-A20A-15317C48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Reservas de canchas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A0CFF-433D-40D1-B7CF-4E3193FB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Coordinación mediante llamadas y WhatsApp.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59C7A-C00E-4655-A6D4-043FF260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Cobros y registro de ingresos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06817-EC9D-4AFB-8EAE-4C84AD09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Cobro manual sin registro centralizado. El diseño contempla efectivo, transferencias, devoluciones y auditoría.</a:t>
            </a:r>
          </a:p>
        </p:txBody>
      </p:sp>
    </p:spTree>
    <p:extLst>
      <p:ext uri="{BB962C8B-B14F-4D97-AF65-F5344CB8AC3E}">
        <p14:creationId xmlns:p14="http://schemas.microsoft.com/office/powerpoint/2010/main" val="1396479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FEA75-AEC0-4827-B5E9-431CAEDF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Alcance del análisis y diseño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43DDF-B2AF-49EA-B41E-5E968F96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F013E-C671-4B4D-8EBC-43CCE4AE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SPR + 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ACC8E-20BB-481A-8ADC-38FF218C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Modelado del flujo operativo completo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E1A73-890A-4983-9C9D-AB6FADED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6000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Reservas de canchas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Pedidos con ubicación GPS o sectorización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Gestión de cobros e ingresos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214EF-2945-4E4F-B82C-63597763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Entregables: actores, módulos, casos de uso, clases de análisis</a:t>
            </a:r>
          </a:p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y diagramas de secuencia a partir del SRS v4.0.</a:t>
            </a:r>
          </a:p>
        </p:txBody>
      </p:sp>
    </p:spTree>
    <p:extLst>
      <p:ext uri="{BB962C8B-B14F-4D97-AF65-F5344CB8AC3E}">
        <p14:creationId xmlns:p14="http://schemas.microsoft.com/office/powerpoint/2010/main" val="1961277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8BBAE-804C-42C3-99C5-B4355356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Objetivo SMART consolidado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19910-C329-48A0-B1EB-EEC06467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08F8A-A8D5-48DA-BE3E-505F51F3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Analizar y diseñar el SPR con su módulo de Gestión de Ingresos para Canchas Don Pepito.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EDFE2-8917-44F8-9D2B-A49CC5F8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Cubrir los seis casos de uso de nivel 0 con sus actores, clases de análisis y diagramas de secuencia, a partir del SRS v4.0 y con apoyo de NotebookLM y Gemini.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A8154-D37D-47A8-A971-BF4200E5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Periodo de análisis y diseño</a:t>
            </a:r>
          </a:p>
          <a:p xmlns:a="http://schemas.openxmlformats.org/drawingml/2006/main">
            <a:pPr>
              <a:def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1 de septiembre al 22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562937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7E015-18C7-4C4E-84D6-074935FD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SMART: alcance y medición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B4F01-824E-410D-B7B8-0EB5CAD9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84F93-9AA4-421C-BCA7-C9B95AB4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S · Específico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0F8BE-483C-4E0D-A19F-38F8B261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Analizar y diseñar SPR y GI a partir del SRS v4.0, incluyendo actores, módulos y modelos UML.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21F2B-A654-4E77-97E2-5F735C7F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M · Medible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30412-D110-488C-917F-5FF9061F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Cubrir los 6 casos de uso N0_SPR con trazabilidad entre requisito funcional, caso de uso, clases de análisis y secuencia.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EAF28-0BB1-4F72-B9FB-2D70D479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La medida de cobertura es el conjunto de modelos documentados</a:t>
            </a:r>
          </a:p>
          <a:p xmlns:a="http://schemas.openxmlformats.org/drawingml/2006/main">
            <a:pPr>
              <a:def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para los seis casos de uso de nivel 0.</a:t>
            </a:r>
          </a:p>
        </p:txBody>
      </p:sp>
    </p:spTree>
    <p:extLst>
      <p:ext uri="{BB962C8B-B14F-4D97-AF65-F5344CB8AC3E}">
        <p14:creationId xmlns:p14="http://schemas.microsoft.com/office/powerpoint/2010/main" val="1880112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5728C-7E64-43DF-95A3-435DADA5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Los seis casos de uso de nivel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4A74F-9ABD-475E-B5A5-8CC8BBA8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6BB4C-D7FD-4E14-907D-3915AFC0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TIENDA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35A50-CC1E-4A6B-9249-61F8492F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GT-01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0071B-5CB6-486D-8770-2EA347EB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Gestionar Tienda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B8322-6577-498F-A8C5-FE485B11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GT-02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05549-B17D-46EB-8C7B-60374EBE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Generar Reporte</a:t>
            </a:r>
          </a:p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de Pedidos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39651-717D-4F6C-B812-C7A17BC7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6192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RESERVAS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34AAC-B8F8-49B0-9210-5AF1FFDF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3362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GRC-17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D43BF-3378-4657-BAB3-B73A1C71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57500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Gestionar Reservas</a:t>
            </a:r>
          </a:p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Canchas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DABE0-E65F-4DE2-9FBE-6A4A05F3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910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GRC-18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12149-2F0C-4B26-AC49-1563F3E9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14875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Generar Reportes</a:t>
            </a:r>
          </a:p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de Reservas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CE161-675E-494D-A1A1-19D10898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INGRESOS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0BBB9-2D5B-41F0-8363-99CBE922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3362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GI-31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4E038-54EE-4247-AD08-151A8707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Gestionar Ingresos</a:t>
            </a:r>
          </a:p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de Ventas y Canchas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85E7A-A159-4BC7-8EC4-B04A7EA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910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GI-32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9A940-98C7-4130-895E-E9DC40ED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Generar Reporte</a:t>
            </a:r>
          </a:p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de Ingresos</a:t>
            </a:r>
          </a:p>
        </p:txBody>
      </p:sp>
    </p:spTree>
    <p:extLst>
      <p:ext uri="{BB962C8B-B14F-4D97-AF65-F5344CB8AC3E}">
        <p14:creationId xmlns:p14="http://schemas.microsoft.com/office/powerpoint/2010/main" val="680122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1F86D-5874-4846-9C6D-5E92E14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SMART: recursos, relevancia y plazo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20588-0A40-404B-9E3C-EE3998F6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55C5E-F095-4AD3-8835-7C09699E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A · Alcanzable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625E8-48F8-41AB-9920-2132902F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SRS v4.0 y casos de uso (Propuestas 1 y 2).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Entrevista con administración y cuestionario a clientes.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457BC-D866-4B1E-87FC-38D3CC5F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Prototipo en Vercel, NotebookLM y Gemini.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B1804-46BC-408F-B436-6EFFDF7A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R · Relevante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4438B-A9E0-4849-BE2A-68BCF7C2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Documentar la base para una implementación futura que reduzca cuellos de botella y centralice los ingresos.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CA809-D2B8-482C-9EAF-82136B49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T · Temporal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EB1C9-190D-4E1B-B6C9-AA8A625C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05375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Análisis y diseño: 01/09–22/10/2026.</a:t>
            </a:r>
          </a:p>
          <a:p xmlns:a="http://schemas.openxmlformats.org/drawingml/2006/main">
            <a:pPr>
              <a:def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Proyecto completo: hasta 28/02/2027.</a:t>
            </a:r>
          </a:p>
        </p:txBody>
      </p:sp>
    </p:spTree>
    <p:extLst>
      <p:ext uri="{BB962C8B-B14F-4D97-AF65-F5344CB8AC3E}">
        <p14:creationId xmlns:p14="http://schemas.microsoft.com/office/powerpoint/2010/main" val="5279125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AC65E-F119-4D76-8D2B-C60D90FA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Organización del trabajo en Notion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F081F-8601-4A42-8B58-1230B5EE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1E79F-DAD6-4947-BCA4-2D8A479B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2865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Tabla</a:t>
            </a:r>
          </a:p>
          <a:p xmlns:a="http://schemas.openxmlformats.org/drawingml/2006/main">
            <a: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Actividades, fechas y responsables.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Calendario</a:t>
            </a:r>
          </a:p>
          <a:p xmlns:a="http://schemas.openxmlformats.org/drawingml/2006/main">
            <a: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Distribución temporal del trabajo.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Tablero Kanban</a:t>
            </a:r>
          </a:p>
          <a:p xmlns:a="http://schemas.openxmlformats.org/drawingml/2006/main">
            <a: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Seguimiento de los estados.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2E65D-F043-47E7-805B-CACAD156E8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d358fcd9a49f7"/>
          <a:stretch xmlns:a="http://schemas.openxmlformats.org/drawingml/2006/main"/>
        </p:blipFill>
        <p:spPr>
          <a:xfrm xmlns:a="http://schemas.openxmlformats.org/drawingml/2006/main">
            <a:off x="7905750" y="1356600"/>
            <a:ext cx="3429000" cy="424005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D4210-10D0-4915-9F8D-5190823A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db59dc945cea431b"/>
              </a:rPr>
              <a:t>Abrir el espacio actualizado en Notion</a:t>
            </a:r>
          </a:p>
        </p:txBody>
      </p:sp>
    </p:spTree>
    <p:extLst>
      <p:ext uri="{BB962C8B-B14F-4D97-AF65-F5344CB8AC3E}">
        <p14:creationId xmlns:p14="http://schemas.microsoft.com/office/powerpoint/2010/main" val="10028334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D5048-AC95-43FA-B925-F0FC73D3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Cronograma: análisis y primeros recursos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14420-A3B4-4DF2-8287-5AD2FFCD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05461-57D3-4148-8E50-36822508D7B5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381250"/>
                <a:gridCol w="2190750"/>
                <a:gridCol w="28765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Tarea / Entregable</a:t>
                      </a:r>
                    </a:p>
                  </a:txBody>
                  <a:tcPr marL="91440" marR="91440" marT="45720" marB="45720">
                    <a:solidFill>
                      <a:srgbClr val="15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Periodo</a:t>
                      </a:r>
                    </a:p>
                  </a:txBody>
                  <a:tcPr marL="91440" marR="91440" marT="45720" marB="45720">
                    <a:solidFill>
                      <a:srgbClr val="15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al 27/10/26</a:t>
                      </a:r>
                    </a:p>
                  </a:txBody>
                  <a:tcPr marL="91440" marR="91440" marT="45720" marB="45720">
                    <a:solidFill>
                      <a:srgbClr val="15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Responsables</a:t>
                      </a:r>
                    </a:p>
                  </a:txBody>
                  <a:tcPr marL="91440" marR="91440" marT="45720" marB="45720">
                    <a:solidFill>
                      <a:srgbClr val="153F39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Planificación y levantamiento SRS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01/09/26 – 15/09/26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Finalizado informado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Deivis Q., Gabriel C., Victoria D.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Investigación y cuadernos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16/09/26 – 30/09/26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Finalizado informado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Modelado UML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01/10/26 – 22/10/26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Finalizado informado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Asistente GEM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23/10/26 – 15/11/26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GEM enlazado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7A97B-9FD5-404C-96C8-92787819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El análisis y diseño concluye con el modelado UML del 22 de octubre.</a:t>
            </a:r>
          </a:p>
        </p:txBody>
      </p:sp>
    </p:spTree>
    <p:extLst>
      <p:ext uri="{BB962C8B-B14F-4D97-AF65-F5344CB8AC3E}">
        <p14:creationId xmlns:p14="http://schemas.microsoft.com/office/powerpoint/2010/main" val="286877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0B11A-A458-47D3-B499-0AC5776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Cronograma: continuación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C0ABD-5B91-43F8-9FE3-3798A017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84693-E401-438B-AEAC-E107626DE351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381250"/>
                <a:gridCol w="2190750"/>
                <a:gridCol w="28765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Tarea / Entregable</a:t>
                      </a:r>
                    </a:p>
                  </a:txBody>
                  <a:tcPr marL="91440" marR="91440" marT="45720" marB="45720">
                    <a:solidFill>
                      <a:srgbClr val="15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Periodo</a:t>
                      </a:r>
                    </a:p>
                  </a:txBody>
                  <a:tcPr marL="91440" marR="91440" marT="45720" marB="45720">
                    <a:solidFill>
                      <a:srgbClr val="15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al 27/10/26</a:t>
                      </a:r>
                    </a:p>
                  </a:txBody>
                  <a:tcPr marL="91440" marR="91440" marT="45720" marB="45720">
                    <a:solidFill>
                      <a:srgbClr val="15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Responsables</a:t>
                      </a:r>
                    </a:p>
                  </a:txBody>
                  <a:tcPr marL="91440" marR="91440" marT="45720" marB="45720">
                    <a:solidFill>
                      <a:srgbClr val="153F39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Prototipo y actividad gamificada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16/11/26 – 15/12/26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Juego enlazado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Backend y banca móvil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16/12/26 – 15/01/27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Programado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Piezas visuales y usabilidad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16/01/27 – 15/02/27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Programado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E5EFE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Presentación y entrega final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16/02/27 – 28/02/27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Programado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99540-EBD5-4015-B83E-62096CE3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La implementación futura figura en el cronograma general del proyecto.</a:t>
            </a:r>
          </a:p>
        </p:txBody>
      </p:sp>
    </p:spTree>
    <p:extLst>
      <p:ext uri="{BB962C8B-B14F-4D97-AF65-F5344CB8AC3E}">
        <p14:creationId xmlns:p14="http://schemas.microsoft.com/office/powerpoint/2010/main" val="10198326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031A6-6A0D-4444-8299-9E2761DA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Investigación: cuaderno de diseño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F8AD3-3D2C-43BE-833E-96BE03F0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E8F9C-0081-4038-A659-2BB8620137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18965a4c94347"/>
          <a:stretch xmlns:a="http://schemas.openxmlformats.org/drawingml/2006/main"/>
        </p:blipFill>
        <p:spPr>
          <a:xfrm xmlns:a="http://schemas.openxmlformats.org/drawingml/2006/main">
            <a:off x="1871601" y="1285875"/>
            <a:ext cx="8448798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68B0D-5F31-4E71-A4E6-81F63A04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a7c87e71f0a4d54"/>
              </a:rPr>
              <a:t>Abrir NotebookLM: Diseño</a:t>
            </a:r>
          </a:p>
        </p:txBody>
      </p:sp>
    </p:spTree>
    <p:extLst>
      <p:ext uri="{BB962C8B-B14F-4D97-AF65-F5344CB8AC3E}">
        <p14:creationId xmlns:p14="http://schemas.microsoft.com/office/powerpoint/2010/main" val="6754375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6FA87-8DB6-4B79-A1F8-F9725F62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Investigación: cuaderno de análisis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509BD-1556-4969-85FD-30E342BB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0C9CE-B904-4D8F-ADF1-FD9E5567CF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0c6d0004340d4"/>
          <a:stretch xmlns:a="http://schemas.openxmlformats.org/drawingml/2006/main"/>
        </p:blipFill>
        <p:spPr>
          <a:xfrm xmlns:a="http://schemas.openxmlformats.org/drawingml/2006/main">
            <a:off x="1892493" y="1285875"/>
            <a:ext cx="8407014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0D80E-28D0-4883-A50F-9906E8AB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3186b4b957244f8"/>
              </a:rPr>
              <a:t>Abrir NotebookLM: Análisis</a:t>
            </a:r>
          </a:p>
        </p:txBody>
      </p:sp>
    </p:spTree>
    <p:extLst>
      <p:ext uri="{BB962C8B-B14F-4D97-AF65-F5344CB8AC3E}">
        <p14:creationId xmlns:p14="http://schemas.microsoft.com/office/powerpoint/2010/main" val="10613778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98379-B4F2-4D6F-8E52-30F3330C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Asistente GEM: tutor académico y SCRUM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506AC-F7A8-44C9-9DBB-E837EA96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0C58B-A868-4BBE-AD1F-727F921A9A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6af31ca934378"/>
          <a:stretch xmlns:a="http://schemas.openxmlformats.org/drawingml/2006/main"/>
        </p:blipFill>
        <p:spPr>
          <a:xfrm xmlns:a="http://schemas.openxmlformats.org/drawingml/2006/main">
            <a:off x="1871746" y="1285875"/>
            <a:ext cx="8448507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8862A-D931-491D-AEC5-03E78B24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a73242956c844ce"/>
              </a:rPr>
              <a:t>Abrir el tutor académico / agente SCRUM</a:t>
            </a:r>
          </a:p>
        </p:txBody>
      </p:sp>
    </p:spTree>
    <p:extLst>
      <p:ext uri="{BB962C8B-B14F-4D97-AF65-F5344CB8AC3E}">
        <p14:creationId xmlns:p14="http://schemas.microsoft.com/office/powerpoint/2010/main" val="10264297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CF0A7-807A-49DF-ADF3-33155EDA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Actividad gamificada: roles SCRUM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4B8C8-FDD4-423C-941D-4FF1BE6E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551F7-516A-4284-8D9A-63E8F43249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6f218bccb4433"/>
          <a:stretch xmlns:a="http://schemas.openxmlformats.org/drawingml/2006/main"/>
        </p:blipFill>
        <p:spPr>
          <a:xfrm xmlns:a="http://schemas.openxmlformats.org/drawingml/2006/main">
            <a:off x="6762750" y="1586577"/>
            <a:ext cx="4572000" cy="382772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DF95F-E887-4F34-BCA8-238658FA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Ruleta interactiva en HTML y JavaScript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BAE99-CEC8-4B3E-A165-FD4A7D4B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Recurso del proyecto para trabajar los roles de SCRUM mediante una actividad participativa.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D1D13-4D57-4398-BDA1-E9EEE044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350489c9ae143e3"/>
              </a:rPr>
              <a:t>Abrir la ruleta gamificada</a:t>
            </a:r>
          </a:p>
        </p:txBody>
      </p:sp>
    </p:spTree>
    <p:extLst>
      <p:ext uri="{BB962C8B-B14F-4D97-AF65-F5344CB8AC3E}">
        <p14:creationId xmlns:p14="http://schemas.microsoft.com/office/powerpoint/2010/main" val="8483190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1D679-D28C-45DA-8545-7405F69F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Creación de la actividad gamificada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351F-491C-4697-8879-7807AABA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E2427-1039-4810-98CB-BF6E65C7C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42c575cc24d8c"/>
          <a:stretch xmlns:a="http://schemas.openxmlformats.org/drawingml/2006/main"/>
        </p:blipFill>
        <p:spPr>
          <a:xfrm xmlns:a="http://schemas.openxmlformats.org/drawingml/2006/main">
            <a:off x="1901720" y="1285875"/>
            <a:ext cx="8388561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9D654-BAEA-4ECB-9E38-39D611CC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3c9c0988e234c98"/>
              </a:rPr>
              <a:t>Abrir la conversación y el recurso en Gemini</a:t>
            </a:r>
          </a:p>
        </p:txBody>
      </p:sp>
    </p:spTree>
    <p:extLst>
      <p:ext uri="{BB962C8B-B14F-4D97-AF65-F5344CB8AC3E}">
        <p14:creationId xmlns:p14="http://schemas.microsoft.com/office/powerpoint/2010/main" val="18946503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79A94-E423-4356-8D01-FD6D4744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Prototipo de usabilidad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86376-FC66-457C-BA56-D583E343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36C48-F1BE-4108-B059-EE77EC6B7C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00d8baa3644d8"/>
          <a:stretch xmlns:a="http://schemas.openxmlformats.org/drawingml/2006/main"/>
        </p:blipFill>
        <p:spPr>
          <a:xfrm xmlns:a="http://schemas.openxmlformats.org/drawingml/2006/main">
            <a:off x="1902535" y="1285875"/>
            <a:ext cx="8386929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98AE4-01ED-421A-8861-98773962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004ef63d5e043fc"/>
              </a:rPr>
              <a:t>Abrir el prototipo de Canchas Don Pepito</a:t>
            </a:r>
          </a:p>
        </p:txBody>
      </p:sp>
    </p:spTree>
    <p:extLst>
      <p:ext uri="{BB962C8B-B14F-4D97-AF65-F5344CB8AC3E}">
        <p14:creationId xmlns:p14="http://schemas.microsoft.com/office/powerpoint/2010/main" val="6726655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C9847-5FEB-4ACA-A827-80CF38D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Identidad visual y recursos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0EC53-012B-4328-ADE6-EA54C5FB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66CCE-EE37-4BA5-A51E-AF8C3C21C0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011193b2b4e6b"/>
          <a:stretch xmlns:a="http://schemas.openxmlformats.org/drawingml/2006/main"/>
        </p:blipFill>
        <p:spPr>
          <a:xfrm xmlns:a="http://schemas.openxmlformats.org/drawingml/2006/main">
            <a:off x="714375" y="1428750"/>
            <a:ext cx="4191000" cy="4191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0F4F5-A513-4430-B5D8-89A3894D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Canchas Don Pepito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0A2CA-65E4-4F66-8214-8BC2AD8A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90875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Logo y elementos visuales del proyecto disponibles en la carpeta compartida.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A8C36-B593-426C-B552-62CC2AC4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3ea38f6b00a44cd"/>
              </a:rPr>
              <a:t>Abrir assets y logo en Google Drive</a:t>
            </a:r>
          </a:p>
        </p:txBody>
      </p:sp>
    </p:spTree>
    <p:extLst>
      <p:ext uri="{BB962C8B-B14F-4D97-AF65-F5344CB8AC3E}">
        <p14:creationId xmlns:p14="http://schemas.microsoft.com/office/powerpoint/2010/main" val="15838574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740F8-3A27-46F7-B59A-940B7203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Acceso a los recursos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94EC3-3A12-43B4-B096-842DC79D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2FB92-72DE-4207-87A9-314216B9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56bdf7baae64e66"/>
              </a:rPr>
              <a:t>NotebookLM ·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330E8-E4A5-44F2-9C6D-C370EF99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b91489998194f00"/>
              </a:rPr>
              <a:t>NotebookLM · Análisis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9044E-0A0E-4984-8033-7B97E50A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b093239ce564852"/>
              </a:rPr>
              <a:t>Gemini · Tutor académico / SCRUM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FCA89-F5A9-46AC-ABBE-7BB4D940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f5d522ca5eb48a4"/>
              </a:rPr>
              <a:t>Gemini · Ruleta de roles SCRUM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A9EFF-A8B0-4BEE-89BB-D05CCADD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1ae542102144243"/>
              </a:rPr>
              <a:t>Vercel · Prototipo de usabilidad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84C0D-0648-48FD-94A6-77CDD2D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1c8455f00674da0"/>
              </a:rPr>
              <a:t>Google Drive · Assets y logo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C3B6D-E39D-4994-B94B-B7E85B9A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765E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98c7712177043f7"/>
              </a:rPr>
              <a:t>Notion · Espacio de trabajo actualizado</a:t>
            </a:r>
          </a:p>
        </p:txBody>
      </p:sp>
    </p:spTree>
    <p:extLst>
      <p:ext uri="{BB962C8B-B14F-4D97-AF65-F5344CB8AC3E}">
        <p14:creationId xmlns:p14="http://schemas.microsoft.com/office/powerpoint/2010/main" val="14664827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D4D99-3C29-4688-AB70-6C6C90DA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Reflexión académica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8756A-9FBE-4189-B2DE-A22BE3D4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30A77-EDFF-431A-A299-53E97F1D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Organización y trazabilidad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2CA8D-4517-4623-8B90-E68F3ECC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El método P.A.R.A. ayudó a estructurar los materiales y las fases de ingeniería de requisitos y diseño UML.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97748-C60E-4992-9CA8-93C3414F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3F39"/>
                </a:solidFill>
                <a:latin typeface="DejaVu Sans"/>
                <a:ea typeface="DejaVu Sans"/>
                <a:cs typeface="DejaVu Sans"/>
              </a:rPr>
              <a:t>NotebookLM y Gemini apoyaron la consulta y la generación de modificaciones dentro de los cuadernos de trabajo.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6D460-FD55-4E11-8EE5-16C9FC54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176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1765E"/>
                </a:solidFill>
                <a:latin typeface="DejaVu Sans"/>
                <a:ea typeface="DejaVu Sans"/>
                <a:cs typeface="DejaVu Sans"/>
              </a:rPr>
              <a:t>El resultado es una base de análisis y diseño más ordenada para la implementación futura del sistema.</a:t>
            </a:r>
          </a:p>
        </p:txBody>
      </p:sp>
    </p:spTree>
    <p:extLst>
      <p:ext uri="{BB962C8B-B14F-4D97-AF65-F5344CB8AC3E}">
        <p14:creationId xmlns:p14="http://schemas.microsoft.com/office/powerpoint/2010/main" val="1010061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2026-10-29T12:15:16.0710000Z</dcterms:created>
  <dcterms:modified xsi:type="dcterms:W3CDTF">2026-10-29T12:15:16.0710000Z</dcterms:modified>
</coreProperties>
</file>